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Best Youth Vision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Investor Pitch Deck | Africa Multi-Sector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English: Unemployment, weak industries, lack of systems in Africa</a:t>
            </a:r>
          </a:p>
          <a:p>
            <a:r>
              <a:t>Kirundi: Ubushomeri, inganda zidakomeye, kubura systems ziteguye neza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English: A multi-sector scalable company system</a:t>
            </a:r>
          </a:p>
          <a:p>
            <a:r>
              <a:t>Kirundi: System y'ibice vyinshi ishobora gukura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Departments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Art, Agriculture, Environment, Agro-processing, Commerce, Media, Finance, Technology</a:t>
            </a:r>
          </a:p>
          <a:p>
            <a:r>
              <a:t>Kirundi: Ibice vy'ishirahamwe bikorana nk'umubiri umwe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Animal sculptures, farm products, briquettes, recycled art</a:t>
            </a:r>
          </a:p>
          <a:p>
            <a:r>
              <a:t>Kirundi: Ibishushanyo, ibikomoka ku buhinzi, ibidukikije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Sales, partnerships, bulk supply, contracts</a:t>
            </a:r>
          </a:p>
          <a:p>
            <a:r>
              <a:t>Kirundi: Kugurisha, ubufatanye, amasezerano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Early launch, growing audience, first customers</a:t>
            </a:r>
          </a:p>
          <a:p>
            <a:r>
              <a:t>Kirundi: Intambwe ya mbere, abakiriya ba mbere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Systems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CRM, Automation, CEO Control System, Operating System</a:t>
            </a:r>
          </a:p>
          <a:p>
            <a:r>
              <a:t>Kirundi: Systems zifasha gukura no kugenzura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Expansion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Zambia → Africa → Global markets</a:t>
            </a:r>
          </a:p>
          <a:p>
            <a:r>
              <a:t>Kirundi: Zambia → Africa yose → Isi yose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Seeking strategic investors for scaling production and expansion</a:t>
            </a:r>
          </a:p>
          <a:p>
            <a:r>
              <a:t>Kirundi: Turondera abashoramari batuma dukura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