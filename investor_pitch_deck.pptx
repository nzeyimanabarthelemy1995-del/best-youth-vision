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Youth Vision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Business Automation for Africa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businesses lose customers</a:t>
            </a:r>
          </a:p>
          <a:p>
            <a:r>
              <a:t>No automation</a:t>
            </a:r>
          </a:p>
          <a:p>
            <a:r>
              <a:t>No tracking system</a:t>
            </a:r>
          </a:p>
          <a:p>
            <a:r>
              <a:t>Manual sales = inefficiency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CRM + WhatsApp automation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Sales Agent</a:t>
            </a:r>
          </a:p>
          <a:p>
            <a:r>
              <a:t>WhatsApp CRM</a:t>
            </a:r>
          </a:p>
          <a:p>
            <a:r>
              <a:t>RAG Memory System</a:t>
            </a:r>
          </a:p>
          <a:p>
            <a:r>
              <a:t>Business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44+ African countries</a:t>
            </a:r>
          </a:p>
          <a:p>
            <a:r>
              <a:t>Millions of SMEs</a:t>
            </a:r>
          </a:p>
          <a:p>
            <a:r>
              <a:t>Growing digital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SaaS:</a:t>
            </a:r>
          </a:p>
          <a:p>
            <a:r>
              <a:t>$20 – $50/month per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100+ potential clients</a:t>
            </a:r>
          </a:p>
          <a:p>
            <a:r>
              <a:t>AI system built</a:t>
            </a:r>
          </a:p>
          <a:p>
            <a:r>
              <a:t>CRM system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+ PostgreSQL + OpenAI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CRM (manual)</a:t>
            </a:r>
          </a:p>
          <a:p>
            <a:r>
              <a:t>Our AI CRM (automatic + WhatsApp + AI)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CEO: Vision &amp; Strategy</a:t>
            </a:r>
          </a:p>
          <a:p>
            <a:r>
              <a:t>Developers: AI System</a:t>
            </a:r>
          </a:p>
          <a:p>
            <a:r>
              <a:t>Sales Agents: Africa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 clients = $2,000/month</a:t>
            </a:r>
          </a:p>
          <a:p>
            <a:r>
              <a:t>1,000 clients = $20,000/month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$10,000 – $50,000</a:t>
            </a:r>
          </a:p>
          <a:p>
            <a:r>
              <a:t>For scaling, marketing, Africa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